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Hand-authored canonical reference for what Katalyst is for. 'Fast in the wrong direction is worse than slow.' The cadence-direction matrix names the danger zone (fast-wrong, agentic alone), the target state (fast-right, Katalyst), the pre-AI slow-but-filtered state, and the post-AI cheap-and-unfiltered state. The pre-AI cost-of-features acted as a buffer that filtered out wrong-direction work; AI removed the cost, the filter is gone, Katalyst's taxonomy replaces it. Authority lives outside the developer harness: Product Owner, HCD/UX, Architect, Mission Owner are sources of authoritative judgment. Three taxonomy pillars: Need, Design Intent, Implementation Reality, with acknowledged GAP that visual design intent has no Forge artifact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loops, three cadences, three authority sets.
Outer loop (cadence: quarters to years; authority: leadership + mission stakeholder): vision to need to design system to design intent. Direction gets set here.
Inner loop (cadence: days to weeks; authority: PM + HCD + UX + Eng + architect): frame to IA to wireframes to mockups to validation to build/ship to design QA. The per-feature design iteration. HCD/UX is irreplaceable because AI cannot synthesize visual design intent.
Hypothesis loop (cadence: always-on; authority: PM + Research + Data): hypothesis statement to success metrics + kill criteria to telemetry to outcome (CONFIRMED / REFUTED / PARTIAL). Real user data is the only thing that can answer the hypothesis.
Pattern extraction flows CONFIRMED outcomes back into the Outer Design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Dependency graph of artifact types in the Katalyst taxonomy, organized by Aaron's three pillars.
NEED lane (orange): organization.yaml, user_types/, user_stories/, environments.yaml.
DESIGN INTENT lane (blue): design/adr/, design/nfr/, design/specifications/, taxonomy.lock.
IMPLEMENTATION REALITY lane (green): actions/just/, layerTypes/, cicd/templates/, code · running systems.
Arrows are labeled with the actual metadata field names that create the link: user_type_ref, related_adrs, related_user_types, stories[], environments[]. Bottom-left callout names the GAP from Aaron's v2 thesis (visual design intent has no Forge artifact yet); bottom-right explains how the dependency graph enforces value-proof traceability at runtime.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plugin's take on the same thesis Aaron hand-authored in slide 1. Software only matters if it can prove its value. SaaS proves value via usage because users have AGENCY. Enterprise / government has no agency; usage proves nothing. Value must be DESCRIBED. Historically descriptions happen at human speed; agents work at agent speed; gap widens; value-proof fails. Katalyst surfaces value at agent speed via the three-pillar taxonomy.
Simpler than the v2, with the same core argument without the cadence-direction matrix or the cost-buffer framing. Captured here as proof the plugin can render real conceptual content from a structured spec, not just code-derived diagrams.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331720"/>
            <a:ext cx="11430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47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Diagramming plugin - RIC-353 hero diagrams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365760" y="39776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Fareez Ahmed, esimplicity platform team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1124712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Katalyst exists - Aaron's expanded thesis (v2)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27482"/>
            <a:ext cx="1124712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E3F2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Cadence-direction matrix, cost-buffer collapse, authority outside the harness, three taxonomy pillars</a:t>
            </a:r>
            <a:endParaRPr lang="en-US" sz="1200" dirty="0"/>
          </a:p>
        </p:txBody>
      </p:sp>
      <p:pic>
        <p:nvPicPr>
          <p:cNvPr id="5" name="Image 0" descr="/Users/fareez.ahmed/Desktop/prima-delivery-RIC-353/plugins/diagramming/docs/diagrams/katalyst-thesis-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6278" y="941832"/>
            <a:ext cx="4108963" cy="54315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Diagramming plugin - RIC-353 hero diagrams   ·   Fareez Ahmed, esimplicity platform team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424160" y="6537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/ 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1124712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RIC-401 - The 3-loop design process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27482"/>
            <a:ext cx="1124712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E3F2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outer (quarters to years), inner (days to weeks), hypothesis (always-on)</a:t>
            </a:r>
            <a:endParaRPr lang="en-US" sz="1200" dirty="0"/>
          </a:p>
        </p:txBody>
      </p:sp>
      <p:pic>
        <p:nvPicPr>
          <p:cNvPr id="5" name="Image 0" descr="/Users/fareez.ahmed/Desktop/prima-delivery-RIC-353/plugins/diagramming/docs/diagrams/3-loop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1486" y="941832"/>
            <a:ext cx="9718549" cy="54315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Diagramming plugin - RIC-353 hero diagrams   ·   Fareez Ahmed, esimplicity platform team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424160" y="6537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/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1124712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Katalyst taxonomy - artifact dependencies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27482"/>
            <a:ext cx="1124712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E3F2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pillars, cross-pillar refs labeled with frontmatter field names</a:t>
            </a:r>
            <a:endParaRPr lang="en-US" sz="1200" dirty="0"/>
          </a:p>
        </p:txBody>
      </p:sp>
      <p:pic>
        <p:nvPicPr>
          <p:cNvPr id="5" name="Image 0" descr="/Users/fareez.ahmed/Desktop/prima-delivery-RIC-353/plugins/diagramming/docs/diagrams/katalyst-taxonomy-dependenc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328" y="941832"/>
            <a:ext cx="8870863" cy="54315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Diagramming plugin - RIC-353 hero diagrams   ·   Fareez Ahmed, esimplicity platform team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424160" y="6537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/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1124712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Katalyst exists - plugin-rendered v1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27482"/>
            <a:ext cx="1124712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E3F2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argument as slide 1, this time generated by the plugin (proof the renderer handles real conceptual content)</a:t>
            </a:r>
            <a:endParaRPr lang="en-US" sz="1200" dirty="0"/>
          </a:p>
        </p:txBody>
      </p:sp>
      <p:pic>
        <p:nvPicPr>
          <p:cNvPr id="5" name="Image 0" descr="/Users/fareez.ahmed/Desktop/prima-delivery-RIC-353/plugins/diagramming/docs/diagrams/katalyst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6369" y="941832"/>
            <a:ext cx="7388782" cy="54315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Diagramming plugin - RIC-353 hero diagrams   ·   Fareez Ahmed, esimplicity platform team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424160" y="6537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/ 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Diagramming plugin - RIC-353 hero diagrams</dc:title>
  <dc:subject>Diagramming plugin - RIC-353 hero diagrams</dc:subject>
  <dc:creator>Fareez Ahmed, esimplicity platform team</dc:creator>
  <cp:lastModifiedBy>Fareez Ahmed, esimplicity platform team</cp:lastModifiedBy>
  <cp:revision>1</cp:revision>
  <dcterms:created xsi:type="dcterms:W3CDTF">2026-05-19T13:05:49Z</dcterms:created>
  <dcterms:modified xsi:type="dcterms:W3CDTF">2026-05-19T13:05:49Z</dcterms:modified>
</cp:coreProperties>
</file>